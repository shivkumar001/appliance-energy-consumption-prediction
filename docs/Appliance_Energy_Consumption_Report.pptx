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REPORT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Energy Consumption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Energy Usage Using Environmental &amp; Time-Based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Shiv Kumar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1828800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19,735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4572000"/>
            <a:ext cx="1828800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4572000"/>
            <a:ext cx="1828800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4572000"/>
            <a:ext cx="1828800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919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&amp; dataset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exploration, temporal patterns &amp; feature creation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Random Forest, XGBoost comparison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performance, SHAP explainability &amp; insights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97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5262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business implications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today use multiple appliances simultaneously, but energy consumption patterns are complex and depend on: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of day (peak vs off-peak hours)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 conditions (temperature, humidity)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of week and seasonal patterns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behavior and appliance usage habits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7772400" cy="731520"/>
          </a:xfrm>
          <a:prstGeom prst="roundRect">
            <a:avLst/>
          </a:prstGeom>
          <a:solidFill>
            <a:srgbClr val="FF9F1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63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predictive model to forecast household appliance energy consumption based on environmental &amp; temporal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Objectives &amp; 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Comprehensive EDA to understand patterns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Feature engineering with temporal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Compare 3 regression models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Evaluate using MAE, RMSE, R² metrics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Apply SHAP for explainability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3520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91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59105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19,735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883664"/>
            <a:ext cx="3520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202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19202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3520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494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2494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542032"/>
            <a:ext cx="3520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786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25786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(kWh)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3520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077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352044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23697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323697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Exploratory Data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Temporal Patterns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93852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usage during evenings (17:00-23:00)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 Effect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71576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temp strongly correlates (heating/cooling)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Right-Skewed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49300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spikes during extreme weather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Weekday Variation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27024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patterns on weekends vs weekdays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Feature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Created to Capture Energy Patterns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874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27632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201168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 of day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2648" y="24231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of week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2648" y="283464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Month/Season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874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27632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201168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Previous hour (t-1)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78608" y="24231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Dependency capture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34840" y="1508760"/>
            <a:ext cx="1874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627632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44568" y="201168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10-hour rolling mean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44568" y="24231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Short-term trends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1508760"/>
            <a:ext cx="1874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627632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201168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 difference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10528" y="24231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 patterns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Modelling Approach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Regression Models Compared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589520" cy="640080"/>
          </a:xfrm>
          <a:prstGeom prst="rect">
            <a:avLst/>
          </a:prstGeom>
          <a:solidFill>
            <a:srgbClr val="1A5B7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1600200"/>
            <a:ext cx="731520" cy="201168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for comparison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589520" cy="640080"/>
          </a:xfrm>
          <a:prstGeom prst="rect">
            <a:avLst/>
          </a:prstGeom>
          <a:solidFill>
            <a:srgbClr val="1A5B7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963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731520" cy="201168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2770632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 capturing patterns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7589520" cy="640080"/>
          </a:xfrm>
          <a:prstGeom prst="rect">
            <a:avLst/>
          </a:prstGeom>
          <a:solidFill>
            <a:srgbClr val="1A5B7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107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3429000"/>
            <a:ext cx="731520" cy="201168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685032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 with hyperparameter tuning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7772400" cy="457200"/>
          </a:xfrm>
          <a:prstGeom prst="rect">
            <a:avLst>
              <a:gd name="adj" fmla="val 10000"/>
            </a:avLst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  |  RMSE  |  R²  |  TimeSeriesSplit CV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Results - Model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097280"/>
            <a:ext cx="685800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4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88920" y="114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(kWh)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114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(kWh)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14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463040"/>
            <a:ext cx="6858000" cy="292608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4904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4904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4904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4904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1792224"/>
            <a:ext cx="685800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8196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8196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8196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8196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121408"/>
            <a:ext cx="685800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1488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21488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21488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1488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7772400" cy="594360"/>
          </a:xfrm>
          <a:prstGeom prst="roundRect">
            <a:avLst/>
          </a:prstGeom>
          <a:solidFill>
            <a:srgbClr val="FF9F1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8163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the best performance with R² = 0.878, explaining 87.8% of energy consumption variance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3657600"/>
            <a:ext cx="2377440" cy="777240"/>
          </a:xfrm>
          <a:prstGeom prst="rect">
            <a:avLst/>
          </a:prstGeom>
          <a:solidFill>
            <a:srgbClr val="F5F5F5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3657600"/>
            <a:ext cx="2377440" cy="777240"/>
          </a:xfrm>
          <a:prstGeom prst="rect">
            <a:avLst/>
          </a:prstGeom>
          <a:solidFill>
            <a:srgbClr val="F5F5F5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42900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657600"/>
            <a:ext cx="2377440" cy="777240"/>
          </a:xfrm>
          <a:prstGeom prst="rect">
            <a:avLst/>
          </a:prstGeom>
          <a:solidFill>
            <a:srgbClr val="F5F5F5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03504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Results - SHAP Explainability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reveals which features drive predictions and their impact direction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18488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18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609344"/>
            <a:ext cx="685800" cy="18288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0" y="16002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usage 18:00-22:00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2219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Temp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231136"/>
            <a:ext cx="685800" cy="18288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22219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Heating/cooling demand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Consumption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852928"/>
            <a:ext cx="685800" cy="182880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0" y="28437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hour effect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483864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4655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Temperature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685800" cy="182880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0" y="346557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activity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105656"/>
            <a:ext cx="274320" cy="2743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087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Levels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096512"/>
            <a:ext cx="685800" cy="182880"/>
          </a:xfrm>
          <a:prstGeom prst="rect">
            <a:avLst/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0" y="40873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effect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&amp; compared 3 regression models with strong performance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XGBoost achieved R² = 0.878 (explains 87.8% of variance)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 drivers: hour, outdoor temperature, lagged consumption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Created 5+ engineered features capturing temporal patterns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 &amp; Recommendations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Optimize peak-hour demand: Shift non-critical tasks to off-peak hours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Smart climate control: Leverage temperature for HVAC efficiency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Real-time prediction: Deploy model for live monitoring dashboards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Continuous improvement: Retrain monthly with new data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Shiv Kumar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Energy Consumption Prediction — ML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4709160"/>
            <a:ext cx="1920240" cy="5486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782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5056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4709160"/>
            <a:ext cx="1920240" cy="5486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4782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5056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4709160"/>
            <a:ext cx="1920240" cy="5486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4782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5056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2026-05-16T17:05:00Z</dcterms:created>
  <dcterms:modified xsi:type="dcterms:W3CDTF">2026-05-16T17:05:00Z</dcterms:modified>
</cp:coreProperties>
</file>